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and a cause. About a quarter have no specific cause recorded, and that turned out to be a finding rather than a nuisance.</a:t>
            </a:r>
          </a:p>
          <a:p/>
          <a:p>
            <a:r>
              <a:t>The recommendation, up front: for pre-season planning, stop targeting how big fires get. Target where they start.</a:t>
            </a:r>
          </a:p>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