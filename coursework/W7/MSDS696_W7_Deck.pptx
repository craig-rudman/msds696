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6" r:id="rId8"/>
    <p:sldId id="263" r:id="rId9"/>
    <p:sldId id="264" r:id="rId10"/>
    <p:sldId id="266" r:id="rId11"/>
    <p:sldId id="267" r:id="rId12"/>
    <p:sldId id="265"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For pre-season planning: stop targeting how big fires get. Target where they start.</a:t>
            </a:r>
          </a:p>
          <a:p/>
          <a:p>
            <a:r>
              <a:t>WATCH —</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a:p>
            <a:r>
              <a:t>- "Pre-season" is the scope of every null in this deck and it is load-bearing. Same-day conditions -- wind, timing, suppression availability -- were never tested. "The largest fires are unpredictable" is a much bigger claim than anything measured here.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Most fires start in spring; most acres burn in summer.</a:t>
            </a:r>
          </a:p>
          <a:p>
            <a:r>
              <a:rPr dirty="0"/>
              <a:t>- MAM and JJA start nearly the same number of fires and differ 3.9x in acres.</a:t>
            </a:r>
          </a:p>
          <a:p>
            <a:endParaRPr dirty="0"/>
          </a:p>
          <a:p>
            <a:r>
              <a:rPr dirty="0"/>
              <a:t>WATCH —</a:t>
            </a:r>
          </a:p>
          <a:p>
            <a:r>
              <a:rPr dirty="0"/>
              <a:t>- No axes and no magnitudes on this one — it is a calendar, not a chart.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fires get. Target where they start.</a:t>
            </a:r>
          </a:p>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516380"/>
            <a:ext cx="11094415" cy="3185159"/>
          </a:xfrm>
          <a:prstGeom prst="rect">
            <a:avLst/>
          </a:prstGeom>
          <a:noFill/>
        </p:spPr>
        <p:txBody>
          <a:bodyPr wrap="square">
            <a:spAutoFit/>
          </a:bodyPr>
          <a:lstStyle/>
          <a:p>
            <a:pPr algn="l"/>
            <a:r>
              <a:rPr lang="en-US" sz="2800" b="1" dirty="0">
                <a:solidFill>
                  <a:srgbClr val="1A1A1A"/>
                </a:solidFill>
                <a:latin typeface="Helvetica Neue"/>
              </a:rPr>
              <a:t>For pre-season planning:</a:t>
            </a:r>
          </a:p>
          <a:p>
            <a:pPr algn="l"/>
            <a:r>
              <a:rPr lang="en-US" sz="4400" b="1" dirty="0">
                <a:solidFill>
                  <a:srgbClr val="1A1A1A"/>
                </a:solidFill>
                <a:latin typeface="Helvetica Neue"/>
              </a:rPr>
              <a:t>Stop targeting how big fires get.</a:t>
            </a:r>
          </a:p>
          <a:p>
            <a:pPr algn="l"/>
            <a:r>
              <a:rPr lang="en-US" sz="4400" b="1" dirty="0">
                <a:solidFill>
                  <a:srgbClr val="1A1A1A"/>
                </a:solidFill>
                <a:latin typeface="Helvetica Neue"/>
              </a:rPr>
              <a:t>Target where they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descr="w6_human_ladder.png"/>
          <p:cNvPicPr>
            <a:picLocks noChangeAspect="1"/>
          </p:cNvPicPr>
          <p:nvPr/>
        </p:nvPicPr>
        <p:blipFill>
          <a:blip r:embed="rId3"/>
          <a:srcRect r="10486"/>
          <a:stretch>
            <a:fillRect/>
          </a:stretch>
        </p:blipFill>
        <p:spPr>
          <a:xfrm>
            <a:off x="141770" y="1252024"/>
            <a:ext cx="11908154" cy="466155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2728</TotalTime>
  <Words>3090</Words>
  <Application>Microsoft Macintosh PowerPoint</Application>
  <PresentationFormat>Widescreen</PresentationFormat>
  <Paragraphs>190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6</cp:revision>
  <dcterms:created xsi:type="dcterms:W3CDTF">2013-01-27T09:14:16Z</dcterms:created>
  <dcterms:modified xsi:type="dcterms:W3CDTF">2026-08-16T01:42:17Z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