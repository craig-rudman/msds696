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10"/>
    <p:sldId id="267" r:id="rId11"/>
    <p:sldId id="265"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5210</TotalTime>
  <Words>4183</Words>
  <Application>Microsoft Macintosh PowerPoint</Application>
  <PresentationFormat>Widescreen</PresentationFormat>
  <Paragraphs>221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11</cp:revision>
  <dcterms:created xsi:type="dcterms:W3CDTF">2013-01-27T09:14:16Z</dcterms:created>
  <dcterms:modified xsi:type="dcterms:W3CDTF">2026-08-17T21:41:11Z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