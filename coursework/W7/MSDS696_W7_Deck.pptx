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6" r:id="rId8"/>
    <p:sldId id="263" r:id="rId9"/>
    <p:sldId id="264" r:id="rId10"/>
    <p:sldId id="266" r:id="rId11"/>
    <p:sldId id="267" r:id="rId12"/>
    <p:sldId id="265"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p>
            <a:r>
              <a:t>The recommendation, up front: for pre-season planning, stop targeting how big fires get. Target where they start.</a:t>
            </a:r>
          </a:p>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Fire runs on a calendar, and the two peaks are months apart. The dashed line is when fires start, the solid one is how much burns. Spring and summer start about the same number of fires -- summer burns almost four times the area.</a:t>
            </a:r>
          </a:p>
          <a:p/>
          <a:p>
            <a:r>
              <a:t>Fire management works on a seasonal horizon -- there's a national outlook issued every month, four months ahead, to support long-range decisions about staffing and allocation. Prevention and mitigation are sited work decided months ahead. Planners need to decide what to target, and where, before the season starts.</a:t>
            </a:r>
          </a:p>
          <a:p/>
          <a:p>
            <a:r>
              <a:t>EVIDENCE —</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p>
            <a:r>
              <a:t>WATCH —</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beats 16 and 17 land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all of which earlier drafts of this line asserted: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a:p/>
          <a:p>
            <a:r>
              <a:t>TIME -- 0:35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p>
            <a:r>
              <a:t>So there's no national answer to what starts fires. There are regional ones.</a:t>
            </a:r>
          </a:p>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descr="w6_human_ladder.png"/>
          <p:cNvPicPr>
            <a:picLocks noChangeAspect="1"/>
          </p:cNvPicPr>
          <p:nvPr/>
        </p:nvPicPr>
        <p:blipFill>
          <a:blip r:embed="rId3"/>
          <a:srcRect r="10486"/>
          <a:stretch>
            <a:fillRect/>
          </a:stretch>
        </p:blipFill>
        <p:spPr>
          <a:xfrm>
            <a:off x="141770" y="1252024"/>
            <a:ext cx="11908154" cy="466155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2728</TotalTime>
  <Words>3090</Words>
  <Application>Microsoft Macintosh PowerPoint</Application>
  <PresentationFormat>Widescreen</PresentationFormat>
  <Paragraphs>190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6</cp:revision>
  <dcterms:created xsi:type="dcterms:W3CDTF">2013-01-27T09:14:16Z</dcterms:created>
  <dcterms:modified xsi:type="dcterms:W3CDTF">2026-08-16T01:42:17Z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